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46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83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9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07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20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4337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098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455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910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886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70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62318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177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96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797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32037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4685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872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9981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2629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75095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9579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3003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540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933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82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9567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0135" y="1417320"/>
            <a:ext cx="9481249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830"/>
                </a:solidFill>
                <a:latin typeface="Aptos"/>
              </a:defRPr>
            </a:pPr>
            <a:r>
              <a:rPr sz="4000" dirty="0"/>
              <a:t>Classical Cryptography Analysis Tool</a:t>
            </a:r>
          </a:p>
          <a:p>
            <a:pPr algn="ctr">
              <a:defRPr sz="1900">
                <a:solidFill>
                  <a:srgbClr val="345378"/>
                </a:solidFill>
                <a:latin typeface="Aptos"/>
              </a:defRPr>
            </a:pPr>
            <a:r>
              <a:rPr sz="2500" dirty="0"/>
              <a:t>Caesar Cipher • Vigenère Cipher • Frequency Analysis • Brute Force</a:t>
            </a:r>
          </a:p>
          <a:p>
            <a:pPr algn="ctr">
              <a:defRPr sz="1700">
                <a:solidFill>
                  <a:srgbClr val="5A626C"/>
                </a:solidFill>
                <a:latin typeface="Aptos"/>
              </a:defRPr>
            </a:pPr>
            <a:endParaRPr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3DEE5-FDB3-9FF9-A003-0467AAA2C3EF}"/>
              </a:ext>
            </a:extLst>
          </p:cNvPr>
          <p:cNvSpPr txBox="1"/>
          <p:nvPr/>
        </p:nvSpPr>
        <p:spPr>
          <a:xfrm>
            <a:off x="7708490" y="4542503"/>
            <a:ext cx="39918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Developed by Ridhi Jain</a:t>
            </a:r>
          </a:p>
          <a:p>
            <a:endParaRPr lang="en-IN" sz="25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About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293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This is a simple Python tool for learning classical cryptography.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It can encrypt and decrypt messages using Caesar and Vigenère Cipher.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It also includes Frequency Analysis and Caesar Brute Force.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The tool runs in a web browser using </a:t>
            </a:r>
            <a:r>
              <a:rPr dirty="0" err="1"/>
              <a:t>Streamlit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3702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Understand basic encryption and decryption.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Use a shift value with Caesar Cipher.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Use a key with Vigenère Cipher.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Check how often letters appear in a text.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Try all 26 Caesar shifts to show a basic brute-force method.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293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Python — used for the main program.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 err="1"/>
              <a:t>Streamlit</a:t>
            </a:r>
            <a:r>
              <a:rPr dirty="0"/>
              <a:t> — used to create the browser interface.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Visual Studio Code — used to write and test the code.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Main files: app.py, caesar.py, vigenere.py and frequency_analysis.py.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Caesar Encryption — Test</a:t>
            </a:r>
          </a:p>
        </p:txBody>
      </p:sp>
      <p:pic>
        <p:nvPicPr>
          <p:cNvPr id="3" name="Picture 2" descr="screenshot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08760"/>
            <a:ext cx="3657600" cy="257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Input: HELLO WORLD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Shift: 3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Operation: Encrypt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Result: KHOOR ZRUOG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26C"/>
                </a:solidFill>
                <a:latin typeface="Aptos"/>
              </a:defRPr>
            </a:pPr>
            <a:r>
              <a:t>HELLO WORLD with shift 3 gives KHOOR ZRUOG.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Caesar Decryption — Test</a:t>
            </a:r>
          </a:p>
        </p:txBody>
      </p:sp>
      <p:pic>
        <p:nvPicPr>
          <p:cNvPr id="3" name="Picture 2" descr="screenshot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08760"/>
            <a:ext cx="3657600" cy="257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Input: KHOOR ZRUOG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Shift: 3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Operation: Decrypt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Result: HELLO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26C"/>
                </a:solidFill>
                <a:latin typeface="Aptos"/>
              </a:defRPr>
            </a:pPr>
            <a:r>
              <a:t>KHOOR ZRUOG with shift 3 gives HELLO WORLD.</a:t>
            </a: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Vigenère Encryption — Test</a:t>
            </a:r>
          </a:p>
        </p:txBody>
      </p:sp>
      <p:pic>
        <p:nvPicPr>
          <p:cNvPr id="3" name="Picture 2" descr="screenshot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08760"/>
            <a:ext cx="3657600" cy="257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Input: HELLO WORLD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Key: KEY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Operation: Encrypt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Result: RIJVS UYVJN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26C"/>
                </a:solidFill>
                <a:latin typeface="Aptos"/>
              </a:defRPr>
            </a:pPr>
            <a:r>
              <a:t>HELLO WORLD with key KEY gives RIJVS UYVJN.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48571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rPr lang="en-IN" dirty="0"/>
              <a:t>Vigenère Decryption — Test</a:t>
            </a:r>
            <a:endParaRPr dirty="0"/>
          </a:p>
        </p:txBody>
      </p:sp>
      <p:pic>
        <p:nvPicPr>
          <p:cNvPr id="3" name="Picture 2" descr="screenshot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08760"/>
            <a:ext cx="3657600" cy="3253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lang="en-US" dirty="0"/>
              <a:t>Input: RIJVS UYVJN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lang="en-US" dirty="0"/>
              <a:t>Key: KEY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lang="en-US" dirty="0"/>
              <a:t>Operation: Decrypt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lang="en-US" dirty="0"/>
              <a:t>Result: HELLO WORLD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34114" y="6428232"/>
            <a:ext cx="1847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26C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65505-D814-B9DE-D0DD-CF3C48FF29C3}"/>
              </a:ext>
            </a:extLst>
          </p:cNvPr>
          <p:cNvSpPr txBox="1"/>
          <p:nvPr/>
        </p:nvSpPr>
        <p:spPr>
          <a:xfrm>
            <a:off x="3372684" y="6567948"/>
            <a:ext cx="33057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</a:rPr>
              <a:t> RIJVS UYVJN with key </a:t>
            </a:r>
            <a:r>
              <a:rPr lang="en-US" sz="1100" dirty="0" err="1">
                <a:solidFill>
                  <a:schemeClr val="tx1">
                    <a:lumMod val="50000"/>
                  </a:schemeClr>
                </a:solidFill>
              </a:rPr>
              <a:t>KEY</a:t>
            </a:r>
            <a:r>
              <a:rPr lang="en-US" sz="1100" dirty="0">
                <a:solidFill>
                  <a:schemeClr val="tx1">
                    <a:lumMod val="50000"/>
                  </a:schemeClr>
                </a:solidFill>
              </a:rPr>
              <a:t> gives HELLO WORLD.</a:t>
            </a:r>
          </a:p>
          <a:p>
            <a:endParaRPr lang="en-IN" sz="11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33779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rPr lang="en-IN" dirty="0"/>
              <a:t>Frequency Analysis — Test</a:t>
            </a:r>
          </a:p>
        </p:txBody>
      </p:sp>
      <p:pic>
        <p:nvPicPr>
          <p:cNvPr id="3" name="Picture 2" descr="screenshot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08760"/>
            <a:ext cx="3657600" cy="4300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lang="en-US" dirty="0"/>
              <a:t>Text is entered for analysis.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lang="en-US" dirty="0"/>
              <a:t>Alphabetic characters are counted.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lang="en-US" dirty="0"/>
              <a:t>The result shows letter percentages.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lang="en-US" dirty="0"/>
              <a:t>This helps study letter patterns.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480837" y="6428232"/>
            <a:ext cx="32912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26C"/>
                </a:solidFill>
                <a:latin typeface="Aptos"/>
              </a:defRPr>
            </a:pPr>
            <a:r>
              <a:rPr lang="en-US" dirty="0"/>
              <a:t>The tool counts letters and shows their percentage.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Caesar Brute Force — Test</a:t>
            </a:r>
          </a:p>
        </p:txBody>
      </p:sp>
      <p:pic>
        <p:nvPicPr>
          <p:cNvPr id="3" name="Picture 2" descr="screenshot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08760"/>
            <a:ext cx="3657600" cy="309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Input: KHOOR ZRUOG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Shifts 0–25 are tested.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Shift 3 gives HELLO WORLD.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830"/>
                </a:solidFill>
                <a:latin typeface="Aptos"/>
              </a:defRPr>
            </a:pPr>
            <a:r>
              <a:rPr dirty="0"/>
              <a:t>This shows the small key space of Caesar Cipher.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26C"/>
                </a:solidFill>
                <a:latin typeface="Aptos"/>
              </a:defRPr>
            </a:pPr>
            <a:r>
              <a:t>The tool tests all 26 possible Caesar shifts.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How the Tool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3702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1. Select a cipher and an operation.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2. Enter the message and a shift or key when needed.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3. The Python function processes the message.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4. </a:t>
            </a:r>
            <a:r>
              <a:rPr dirty="0" err="1"/>
              <a:t>Streamlit</a:t>
            </a:r>
            <a:r>
              <a:rPr dirty="0"/>
              <a:t> shows the result in the browser.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5. Analysis options can be used to study the text.</a:t>
            </a: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Testing and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3702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Caesar encryption and decryption were tested.</a:t>
            </a:r>
          </a:p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Vigenère encryption and decryption were tested.</a:t>
            </a:r>
          </a:p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Frequency Analysis displayed letter percentages.</a:t>
            </a:r>
          </a:p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Brute Force generated all 26 Caesar shift results.</a:t>
            </a:r>
          </a:p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The complete tool worked successfully in the browser.</a:t>
            </a: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318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How simple encryption and decryption work.</a:t>
            </a:r>
          </a:p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How a key can change the way letters are encrypted.</a:t>
            </a:r>
          </a:p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How letter frequency can be used to study text.</a:t>
            </a:r>
          </a:p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Why Caesar Cipher is easy to test using all possible shifts.</a:t>
            </a:r>
          </a:p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Why classical ciphers are mainly useful for learning and are not suitable for modern secure data.</a:t>
            </a: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83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293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The project combines four simple cryptography features in one tool.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It provides a clear way to test encryption, decryption and basic analysis.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The results were checked using practical examples.</a:t>
            </a:r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830"/>
                </a:solidFill>
                <a:latin typeface="Aptos"/>
              </a:defRPr>
            </a:pPr>
            <a:r>
              <a:rPr dirty="0"/>
              <a:t>The project helped build a basic understanding of cryptography and its limitations.</a:t>
            </a:r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1A6020-9896-E6D6-D9E5-81F8D10C8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42487" y="1288027"/>
            <a:ext cx="6400068" cy="401156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22</TotalTime>
  <Words>549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Ridhi Jain</cp:lastModifiedBy>
  <cp:revision>2</cp:revision>
  <dcterms:created xsi:type="dcterms:W3CDTF">2013-01-27T09:14:16Z</dcterms:created>
  <dcterms:modified xsi:type="dcterms:W3CDTF">2026-09-17T17:48:44Z</dcterms:modified>
  <cp:category/>
</cp:coreProperties>
</file>